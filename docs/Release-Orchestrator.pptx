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Orchestrator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Deployment Control Plane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packager  →  docker build (per package)  →  Confluence  →  Jira RM ticket  →  Harness  →  ECS (EC2)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</a:t>
            </a:r>
            <a:pPr indent="0" marL="0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agent UI</a:t>
            </a:r>
            <a:pPr indent="0" marL="0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pPr indent="0" marL="0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CD</a:t>
            </a:r>
            <a:pPr indent="0" marL="0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EC2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Release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86588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6628" y="192024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906628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Manual, error-prone releases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06628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documenting, ticketing and deploying 5 services by hand is slow and inconsistent.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5868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75908" y="192024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575908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source of truth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75908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summaries, RM tickets and deploy state live in separate tools with no link between them.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6588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6628" y="44805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06628" y="4663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Slow, risky deployments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06628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ECS deploys lack repeatability, rollback and an auditable trail.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5868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5908" y="44805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575908" y="4663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safe dry-run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75908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can't rehearse the full release flow without touching production systems.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Pipeline, End to End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orchestrator drives every stage and an agent UI makes it observable.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2560" y="22860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2560" y="22860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82600" y="265176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260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116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1160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of the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changed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9104" y="33832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03424" y="22860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3424" y="22860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023464" y="265176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023464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32024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32024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package, pushed to ECR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9968" y="33832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44288" y="22860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4288" y="22860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5364328" y="265176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364328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72888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72888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change-summary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0832" y="33832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85152" y="22860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5152" y="22860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7705192" y="2651760"/>
            <a:ext cx="566928" cy="5669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7705192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613752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RM Ticket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13752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linked to page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51696" y="33832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726016" y="22860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26016" y="22860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46056" y="2651760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6056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954616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→ ECS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954616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cluster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stage failure aborts the run and surfaces in the UI and CI — no partial releases.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3" name="Image 0" descr="/home/user/workspace/release-orchestrator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88720"/>
            <a:ext cx="11823192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UI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· live pipeline visualization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/tmp/ui-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67665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4592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199339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1764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/ Live toggle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66760" y="20848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the full flow or fire real APIs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256032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0" y="290779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26791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Per-stage status &amp; timing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366760" y="29992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→ Docker → Confluence → Jira → Deploy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347472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382219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593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execution log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66760" y="3913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traced in real time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18120" y="438912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0" y="473659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507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Change-aware packages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66760" y="48280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services changed and why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18120" y="5303520"/>
            <a:ext cx="3730752" cy="859536"/>
          </a:xfrm>
          <a:prstGeom prst="roundRect">
            <a:avLst>
              <a:gd name="adj" fmla="val 8511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0" y="5650992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1"/>
          <p:cNvSpPr/>
          <p:nvPr/>
        </p:nvSpPr>
        <p:spPr>
          <a:xfrm>
            <a:off x="8366760" y="54223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history &amp; KPIs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366760" y="57424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rate, last deploy, totals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Quality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72288" y="150876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2328" y="192024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9232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328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 — typecheck, build, unit + E2E, UI build (must stay green)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build-packages.yml — matrix Docker build, one image per package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release-deploy.yml — Confluence + Jira + Harness on tagged release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2768" y="150876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32808" y="192024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463280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2808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packager, docker matrix, Confluence/Jira rendering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— full pipeline against in-process mocks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git diff &amp; docker executor — deterministic, no daemon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248" y="150876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31A2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73288" y="192024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8473288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vs. Live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73288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— emulated Confluence/Jira/Harness, zero secrets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same code path, real REST APIs via env secrets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from the UI toggle or RUN_MODE env var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Target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CD performs an ECS rolling deploy on the EC2 launch type, with automatic rollback.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2288" y="19659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28600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328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ECS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12768" y="19659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2808" y="228600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4632808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2808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53248" y="19659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3288" y="228600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73288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release-ec2-cluster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72288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328" y="429768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792328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2328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ECR · us-east-1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312768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2808" y="429768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4632808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32808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+ auto rollback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153248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3288" y="429768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8473288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73288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D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task definitions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Delivers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6616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runs the identical, tested pipeline.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 + Jira RM ticket auto-linked to each deploy.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UI shows live status, logs and history.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4754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rehearses the entire flow with zero production risk.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090879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github.com/Tejaswinireddys/release-orchestrator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85455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Orchestrator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2026-06-02T01:45:49Z</dcterms:created>
  <dcterms:modified xsi:type="dcterms:W3CDTF">2026-06-02T01:45:49Z</dcterms:modified>
</cp:coreProperties>
</file>